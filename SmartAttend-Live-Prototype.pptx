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933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live link on screen. This is a Phase-1 working prototype — everything shown in this deck is the actual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lines only. The point of this slide is the flow strip at the bottom — every later slide is one box of this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application, two journeys. Faculty run the session; students only scan and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the sign-in screen and mark the credential fields and the sign-in button with callouts 3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application's exact terminology on screen — Conduct, Cancel, Reschedule, CONDUCTING.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QR visibly refreshes during the demo, say so and show it. If it does not, do not claim a rotating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the phone to the projector if possible so the class sees the student side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claim a validation layer you can actually show. Say the rest is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exact row that changes. Take both screenshots from the same session so the comparison is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states a real-time feed and low-attendance alerts below 75% — show them only if they appear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spine of the whole demo. Eleven steps, two rows, small thumbnails under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QR on this slide opens the prototype directly — invite the audience to scan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this slide or keep it on the confidence monitor. Roughly 4-5 minutes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sit-attendance.netlify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sit-attendance.netlify.app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sit-attendance.netlify.app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SmartAttend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Working Prototype — How It Works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186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Timetable-driven QR attendance management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514600" cy="329184"/>
          </a:xfrm>
          <a:prstGeom prst="roundRect">
            <a:avLst>
              <a:gd name="adj" fmla="val 47222"/>
            </a:avLst>
          </a:prstGeom>
          <a:solidFill>
            <a:srgbClr val="0E2A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7490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WORKING PROTOTYPE</a:t>
            </a:r>
            <a:endParaRPr lang="en-US" sz="950" dirty="0"/>
          </a:p>
        </p:txBody>
      </p:sp>
      <p:sp>
        <p:nvSpPr>
          <p:cNvPr id="7" name="Text 5">
            <a:hlinkClick r:id="rId3"/>
          </p:cNvPr>
          <p:cNvSpPr txBox="1"/>
          <p:nvPr/>
        </p:nvSpPr>
        <p:spPr>
          <a:xfrm>
            <a:off x="548640" y="43159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https://nsit-attendance.netlify.app/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54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 Institute of Forensic Sciences &amp; Cyber Security  •  A.Y. 2026-27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49440" y="1417320"/>
            <a:ext cx="4690872" cy="36576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95744" y="155448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155448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3216" y="155448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1517904"/>
            <a:ext cx="3685032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1508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040880" y="1801368"/>
            <a:ext cx="4507992" cy="3182112"/>
          </a:xfrm>
          <a:prstGeom prst="roundRect">
            <a:avLst>
              <a:gd name="adj" fmla="val 1724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114032" y="2990088"/>
            <a:ext cx="4361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320954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61188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homepage of the live prototype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973BFD-A450-6096-7C9E-7DB98CC67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73026"/>
            <a:ext cx="4826998" cy="3156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SmartAttend?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 is a digital attendance workflow that connects faculty session management with student attendance through the application interface and a QR-based attendance process.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timetable drives the schedule, so there is no manual daily lecture setup — faculty confirm a scheduled lecture and the classroom QR does the rest.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310128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40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3310128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840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subjects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3310128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840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1417320"/>
            <a:ext cx="4919472" cy="2834640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67144" y="155448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55448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14616" y="155448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1517904"/>
            <a:ext cx="3913632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508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801368"/>
            <a:ext cx="4736592" cy="2359152"/>
          </a:xfrm>
          <a:prstGeom prst="roundRect">
            <a:avLst>
              <a:gd name="adj" fmla="val 2326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885432" y="2578608"/>
            <a:ext cx="4590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798064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— feature section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20040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"Timetable-Driven Smart QR Attendance"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high-level 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604772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892040"/>
            <a:ext cx="15133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99132" y="5221224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446020" y="4892040"/>
            <a:ext cx="1604772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91740" y="4892040"/>
            <a:ext cx="15133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96512" y="5221224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43400" y="4892040"/>
            <a:ext cx="1604772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89120" y="4892040"/>
            <a:ext cx="15133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93892" y="5221224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40780" y="4892040"/>
            <a:ext cx="1604772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86500" y="4892040"/>
            <a:ext cx="15133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91272" y="5221224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138160" y="4892040"/>
            <a:ext cx="1604772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83880" y="4892040"/>
            <a:ext cx="15133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788652" y="5221224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035540" y="4892040"/>
            <a:ext cx="1604772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081260" y="4892040"/>
            <a:ext cx="15133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Report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2331638-816E-27FD-001A-6B08FAEBE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83490"/>
            <a:ext cx="4919472" cy="2705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SmartAttend?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85232" cy="41148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0E2A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96112" y="247802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5568" y="2377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286207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2761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timetable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" y="324612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1455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63016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5568" y="35295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session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401421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15568" y="3913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attendance QR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439826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15568" y="4297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attendance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478231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15568" y="46817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session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" y="516636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5568" y="5065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attendance information / report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35624" y="1572768"/>
            <a:ext cx="5285232" cy="41148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82880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0E2A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18288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02552" y="2478024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22008" y="2377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SmartAttend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02552" y="2862072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22008" y="2761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attendance workflow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02552" y="324612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22008" y="31455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classroom QR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02552" y="363016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22008" y="35295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validation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02552" y="4014216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22008" y="3913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attendance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Faculty Login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69164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916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69164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655064"/>
            <a:ext cx="4206240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6492240" cy="3502152"/>
          </a:xfrm>
          <a:prstGeom prst="roundRect">
            <a:avLst>
              <a:gd name="adj" fmla="val 1567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13232" y="3287268"/>
            <a:ext cx="6345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067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screen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090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→ "Sign In" / "Launch SmartAttend Prototype"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0" y="1737360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918704" y="1700784"/>
            <a:ext cx="3739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SmartAttend in the browser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98080" y="2304288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18704" y="2267712"/>
            <a:ext cx="3739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faculty sign-in option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0" y="2871216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18704" y="2834640"/>
            <a:ext cx="3739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required credentials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0" y="3438144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18704" y="3401568"/>
            <a:ext cx="3739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8080" y="4005072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918704" y="3968496"/>
            <a:ext cx="3739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reaches the application dashboard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98080" y="4828032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0E2A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44384" y="482803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entry point for the faculty workflow.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F91DEE7-7CCE-D59E-76E2-0349C1529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59242"/>
            <a:ext cx="6510528" cy="3572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Select the Lecture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69164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916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69164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655064"/>
            <a:ext cx="4206240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6492240" cy="3502152"/>
          </a:xfrm>
          <a:prstGeom prst="roundRect">
            <a:avLst>
              <a:gd name="adj" fmla="val 1567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13232" y="3287268"/>
            <a:ext cx="6345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067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timetable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090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scheduled lectures view after sign-in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0" y="1783080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918704" y="1746504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views the scheduled lectures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98080" y="2441448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18704" y="2404872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identifies the relevant lecture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0" y="3099816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18704" y="3063240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selects the lecture / session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0" y="3758184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18704" y="3721608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lecture becomes the active attendance session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8080" y="4663440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0E2A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44384" y="466344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Timetable-first: no manual daily lecture setup.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5230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arrows over the screenshot pointing at the lecture row and the select control.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3438340-324A-DF32-EFF5-88B5481D8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29968"/>
            <a:ext cx="6492241" cy="34107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Confirm the Lecture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69164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916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69164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655064"/>
            <a:ext cx="4206240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6126480" cy="3502152"/>
          </a:xfrm>
          <a:prstGeom prst="roundRect">
            <a:avLst>
              <a:gd name="adj" fmla="val 1567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13232" y="3287268"/>
            <a:ext cx="598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067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confirmation screen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090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selected, awaiting faculty confirmation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78040" y="1627632"/>
            <a:ext cx="1828800" cy="365760"/>
          </a:xfrm>
          <a:prstGeom prst="roundRect">
            <a:avLst>
              <a:gd name="adj" fmla="val 45000"/>
            </a:avLst>
          </a:prstGeom>
          <a:solidFill>
            <a:srgbClr val="0728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78040" y="1627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25712" y="16276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status shown by the application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78040" y="2240280"/>
            <a:ext cx="4462272" cy="896112"/>
          </a:xfrm>
          <a:prstGeom prst="roundRect">
            <a:avLst>
              <a:gd name="adj" fmla="val 1224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88352" y="2350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88352" y="26426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lecture is taking place and opens the attendance session.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78040" y="3264408"/>
            <a:ext cx="4462272" cy="896112"/>
          </a:xfrm>
          <a:prstGeom prst="roundRect">
            <a:avLst>
              <a:gd name="adj" fmla="val 1224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3374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66674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scheduled lecture as not held — no attendance is collected.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0" y="4288536"/>
            <a:ext cx="4462272" cy="896112"/>
          </a:xfrm>
          <a:prstGeom prst="roundRect">
            <a:avLst>
              <a:gd name="adj" fmla="val 1224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88352" y="4398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46908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scheduled lecture to a different slot.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5394960"/>
            <a:ext cx="4462272" cy="420624"/>
          </a:xfrm>
          <a:prstGeom prst="roundRect">
            <a:avLst>
              <a:gd name="adj" fmla="val 17391"/>
            </a:avLst>
          </a:prstGeom>
          <a:solidFill>
            <a:srgbClr val="0E2A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24344" y="5394960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confirmation, the session is active and ready for the QR.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BE6FF66-288E-444A-5283-111451684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14463"/>
            <a:ext cx="5957783" cy="33502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QR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Display the Attendance QR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62763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starts the session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32688" y="2359152"/>
            <a:ext cx="0" cy="237744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615184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78892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26151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 provides the classroom attendance QR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3346704"/>
            <a:ext cx="0" cy="237744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602736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776472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60273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is displayed for students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2688" y="4334256"/>
            <a:ext cx="0" cy="237744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590288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764024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59028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scan it with their mobile devices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1627632"/>
            <a:ext cx="5605272" cy="356616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176479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7647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28816" y="176479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1728216"/>
            <a:ext cx="4206240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1719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2011680"/>
            <a:ext cx="5422392" cy="3090672"/>
          </a:xfrm>
          <a:prstGeom prst="roundRect">
            <a:avLst>
              <a:gd name="adj" fmla="val 1775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199632" y="3154680"/>
            <a:ext cx="5276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374136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QR screen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377647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QR as shown to the class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5349240"/>
            <a:ext cx="5605272" cy="420624"/>
          </a:xfrm>
          <a:prstGeom prst="roundRect">
            <a:avLst>
              <a:gd name="adj" fmla="val 17391"/>
            </a:avLst>
          </a:prstGeom>
          <a:solidFill>
            <a:srgbClr val="0E2A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81344" y="5349240"/>
            <a:ext cx="5312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rotation only if the prototype actually rotates the QR on screen.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C001ECF-FAE8-2061-1D01-09016D9E7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57400"/>
            <a:ext cx="5476206" cy="3079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Student Scans the QR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572768"/>
            <a:ext cx="2377440" cy="420624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40280" y="1645920"/>
            <a:ext cx="640080" cy="91440"/>
          </a:xfrm>
          <a:prstGeom prst="roundRect">
            <a:avLst>
              <a:gd name="adj" fmla="val 50000"/>
            </a:avLst>
          </a:prstGeom>
          <a:solidFill>
            <a:srgbClr val="020617"/>
          </a:solidFill>
          <a:ln w="12700">
            <a:solidFill>
              <a:srgbClr val="0206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810512"/>
            <a:ext cx="2157984" cy="3749040"/>
          </a:xfrm>
          <a:prstGeom prst="roundRect">
            <a:avLst>
              <a:gd name="adj" fmla="val 2542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554480" y="3282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50215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 screen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77640" y="1572768"/>
            <a:ext cx="2377440" cy="420624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45920"/>
            <a:ext cx="640080" cy="91440"/>
          </a:xfrm>
          <a:prstGeom prst="roundRect">
            <a:avLst>
              <a:gd name="adj" fmla="val 50000"/>
            </a:avLst>
          </a:prstGeom>
          <a:solidFill>
            <a:srgbClr val="020617"/>
          </a:solidFill>
          <a:ln w="12700">
            <a:solidFill>
              <a:srgbClr val="0206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87368" y="1810512"/>
            <a:ext cx="2157984" cy="3749040"/>
          </a:xfrm>
          <a:prstGeom prst="roundRect">
            <a:avLst>
              <a:gd name="adj" fmla="val 2542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160520" y="3282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78808" y="350215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QR scanner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1828800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70064" y="1792224"/>
            <a:ext cx="4270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 SmartAttend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2505456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70064" y="2468880"/>
            <a:ext cx="4270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accesses the QR attendance workflow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3182112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70064" y="3145536"/>
            <a:ext cx="4270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the classroom QR with the in-app camera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3858768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70064" y="3822192"/>
            <a:ext cx="4270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attendance request is submitted for validation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49440" y="4754880"/>
            <a:ext cx="4690872" cy="420624"/>
          </a:xfrm>
          <a:prstGeom prst="roundRect">
            <a:avLst>
              <a:gd name="adj" fmla="val 17391"/>
            </a:avLst>
          </a:prstGeom>
          <a:solidFill>
            <a:srgbClr val="0E2A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95744" y="4754880"/>
            <a:ext cx="4398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happens inside the app, not through an external camera.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1D71F5-E3B4-06B1-E2D4-A5C7B55D9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01367"/>
            <a:ext cx="2036351" cy="37490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3FDA7E4-03DC-30BE-CDAB-C3F22768F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798257"/>
            <a:ext cx="2066544" cy="3782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THE SCAN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Attendance Validation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53462" cy="731520"/>
          </a:xfrm>
          <a:prstGeom prst="roundRect">
            <a:avLst>
              <a:gd name="adj" fmla="val 11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24620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47822" y="1938528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94710" y="1572768"/>
            <a:ext cx="2553462" cy="731520"/>
          </a:xfrm>
          <a:prstGeom prst="roundRect">
            <a:avLst>
              <a:gd name="adj" fmla="val 11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0430" y="1572768"/>
            <a:ext cx="24620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93892" y="1938528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40780" y="1572768"/>
            <a:ext cx="2553462" cy="731520"/>
          </a:xfrm>
          <a:prstGeom prst="roundRect">
            <a:avLst>
              <a:gd name="adj" fmla="val 11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6500" y="1572768"/>
            <a:ext cx="24620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39962" y="1938528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86850" y="1572768"/>
            <a:ext cx="2553462" cy="731520"/>
          </a:xfrm>
          <a:prstGeom prst="roundRect">
            <a:avLst>
              <a:gd name="adj" fmla="val 11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32570" y="1572768"/>
            <a:ext cx="24620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2624328" cy="2240280"/>
          </a:xfrm>
          <a:prstGeom prst="roundRect">
            <a:avLst>
              <a:gd name="adj" fmla="val 489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907792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10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Validation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6393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scanned code is checked against the active classroom session QR.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4572000"/>
            <a:ext cx="2194560" cy="256032"/>
          </a:xfrm>
          <a:prstGeom prst="roundRect">
            <a:avLst>
              <a:gd name="adj" fmla="val 46429"/>
            </a:avLst>
          </a:prstGeom>
          <a:solidFill>
            <a:srgbClr val="231A0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LIVE DEMO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74136" y="2697480"/>
            <a:ext cx="2624328" cy="2240280"/>
          </a:xfrm>
          <a:prstGeom prst="roundRect">
            <a:avLst>
              <a:gd name="adj" fmla="val 489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02736" y="2907792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02736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02736" y="3310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Validation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602736" y="36393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attendance request is tied to the lecture the faculty is conducting.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02736" y="4572000"/>
            <a:ext cx="2194560" cy="256032"/>
          </a:xfrm>
          <a:prstGeom prst="roundRect">
            <a:avLst>
              <a:gd name="adj" fmla="val 46429"/>
            </a:avLst>
          </a:prstGeom>
          <a:solidFill>
            <a:srgbClr val="231A0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94176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LIVE DEMO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99632" y="2697480"/>
            <a:ext cx="2624328" cy="2240280"/>
          </a:xfrm>
          <a:prstGeom prst="roundRect">
            <a:avLst>
              <a:gd name="adj" fmla="val 489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2907792"/>
            <a:ext cx="310896" cy="3108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28232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28232" y="3310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Validation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28232" y="36393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on the prototype: 1 device / 1 scan restriction, applied automatically.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28232" y="4572000"/>
            <a:ext cx="2194560" cy="256032"/>
          </a:xfrm>
          <a:prstGeom prst="roundRect">
            <a:avLst>
              <a:gd name="adj" fmla="val 46429"/>
            </a:avLst>
          </a:prstGeom>
          <a:solidFill>
            <a:srgbClr val="231A0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19672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— VERIFY ON STAGE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025128" y="2697480"/>
            <a:ext cx="2624328" cy="2240280"/>
          </a:xfrm>
          <a:prstGeom prst="roundRect">
            <a:avLst>
              <a:gd name="adj" fmla="val 489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53728" y="2907792"/>
            <a:ext cx="310896" cy="3108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53728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253728" y="3310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Validation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253728" y="363931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attributed to the signed-in student account.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253728" y="4572000"/>
            <a:ext cx="2194560" cy="256032"/>
          </a:xfrm>
          <a:prstGeom prst="roundRect">
            <a:avLst>
              <a:gd name="adj" fmla="val 46429"/>
            </a:avLst>
          </a:prstGeom>
          <a:solidFill>
            <a:srgbClr val="231A0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45168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— VERIFY ON STAGE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" y="5230368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0E2A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4944" y="5230368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not visibly demonstrated on the day is Designed / Planned — not demonstrated in the current prototype.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— Attendance is Recorded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SCAN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96596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6596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196596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929384"/>
            <a:ext cx="4206240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1920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212848"/>
            <a:ext cx="5212080" cy="2587752"/>
          </a:xfrm>
          <a:prstGeom prst="roundRect">
            <a:avLst>
              <a:gd name="adj" fmla="val 2120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13232" y="3104388"/>
            <a:ext cx="5065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3238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list — before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7261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not yet marked present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151790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45352" y="182880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91656" y="196596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196596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39128" y="196596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76872" y="1929384"/>
            <a:ext cx="4206240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68312" y="1920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36792" y="2212848"/>
            <a:ext cx="5212080" cy="2587752"/>
          </a:xfrm>
          <a:prstGeom prst="roundRect">
            <a:avLst>
              <a:gd name="adj" fmla="val 2120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409944" y="3104388"/>
            <a:ext cx="5065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33238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list — after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37261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student now recorded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3383280"/>
            <a:ext cx="219456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successful validation, the attendance record is updated in the SmartAttend system — the same list the faculty is already looking at.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4CBCC32-52DA-C5BB-50B9-2190D4426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516" y="2112264"/>
            <a:ext cx="5212080" cy="280529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1B949C-6837-916A-763E-982C2CE73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86019"/>
            <a:ext cx="4924855" cy="2769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— Faculty Monitors Attendance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69164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916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69164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655064"/>
            <a:ext cx="4206240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6675120" cy="3502152"/>
          </a:xfrm>
          <a:prstGeom prst="roundRect">
            <a:avLst>
              <a:gd name="adj" fmla="val 1567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13232" y="3287268"/>
            <a:ext cx="6528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0672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attendance dashboard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090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view during the lecture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99248" y="1627632"/>
            <a:ext cx="3941064" cy="566928"/>
          </a:xfrm>
          <a:prstGeom prst="roundRect">
            <a:avLst>
              <a:gd name="adj" fmla="val 1935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82128" y="1627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2212848"/>
            <a:ext cx="0" cy="16459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99248" y="2395728"/>
            <a:ext cx="3941064" cy="566928"/>
          </a:xfrm>
          <a:prstGeom prst="roundRect">
            <a:avLst>
              <a:gd name="adj" fmla="val 1935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82128" y="23957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2980944"/>
            <a:ext cx="0" cy="16459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99248" y="3163824"/>
            <a:ext cx="3941064" cy="566928"/>
          </a:xfrm>
          <a:prstGeom prst="roundRect">
            <a:avLst>
              <a:gd name="adj" fmla="val 1935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82128" y="31638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status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92440" y="3749040"/>
            <a:ext cx="0" cy="16459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99248" y="3931920"/>
            <a:ext cx="3941064" cy="566928"/>
          </a:xfrm>
          <a:prstGeom prst="roundRect">
            <a:avLst>
              <a:gd name="adj" fmla="val 1935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82128" y="3931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92440" y="4517136"/>
            <a:ext cx="0" cy="16459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99248" y="4700016"/>
            <a:ext cx="3941064" cy="566928"/>
          </a:xfrm>
          <a:prstGeom prst="roundRect">
            <a:avLst>
              <a:gd name="adj" fmla="val 1935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82128" y="47000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updated view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715000"/>
            <a:ext cx="6858000" cy="420624"/>
          </a:xfrm>
          <a:prstGeom prst="roundRect">
            <a:avLst>
              <a:gd name="adj" fmla="val 17391"/>
            </a:avLst>
          </a:prstGeom>
          <a:solidFill>
            <a:srgbClr val="0E2A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" y="5715000"/>
            <a:ext cx="6565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real numbers off the screen. Do not quote figures from this deck.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4E8BC08-A753-5A49-5B7A-7DDE033C1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837944"/>
            <a:ext cx="6803136" cy="3776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EXPORT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 — Attendance Report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3931920"/>
          </a:xfrm>
          <a:prstGeom prst="roundRect">
            <a:avLst>
              <a:gd name="adj" fmla="val 232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69164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916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69164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655064"/>
            <a:ext cx="4206240" cy="182880"/>
          </a:xfrm>
          <a:prstGeom prst="roundRect">
            <a:avLst>
              <a:gd name="adj" fmla="val 4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nsit-attendance.netlify.app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6217920" cy="3456432"/>
          </a:xfrm>
          <a:prstGeom prst="roundRect">
            <a:avLst>
              <a:gd name="adj" fmla="val 1587"/>
            </a:avLst>
          </a:prstGeom>
          <a:solidFill>
            <a:srgbClr val="0B1324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13232" y="3264408"/>
            <a:ext cx="607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838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export screen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886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 for the session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69480" y="1627632"/>
            <a:ext cx="4370832" cy="65836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0648" y="1773936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70648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73568" y="16276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53528" y="2304288"/>
            <a:ext cx="0" cy="20116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2587752"/>
            <a:ext cx="4370832" cy="65836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0648" y="2734056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0648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73568" y="258775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View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53528" y="3264408"/>
            <a:ext cx="0" cy="20116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69480" y="3547872"/>
            <a:ext cx="4370832" cy="65836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70648" y="3694176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0648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35478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53528" y="4224528"/>
            <a:ext cx="0" cy="201168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69480" y="4507992"/>
            <a:ext cx="4370832" cy="65836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0648" y="4654296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7064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973568" y="45079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69480" y="5504688"/>
            <a:ext cx="4370832" cy="420624"/>
          </a:xfrm>
          <a:prstGeom prst="roundRect">
            <a:avLst>
              <a:gd name="adj" fmla="val 17391"/>
            </a:avLst>
          </a:prstGeom>
          <a:solidFill>
            <a:srgbClr val="0E2A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15784" y="550468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— demonstrate only if it downloads live.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669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export does not run on the day, state plainly: Excel export — planned / not demonstrated in current prototype.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1FD6372-9CC7-8947-1651-4A27E81F8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67" y="1984248"/>
            <a:ext cx="6400800" cy="31638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SmartAttend — Complete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391156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Login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249424" y="2468880"/>
            <a:ext cx="15544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32304" y="155448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164592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23744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87752" y="2253903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Timetable Lecture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133088" y="2468880"/>
            <a:ext cx="15544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15968" y="155448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7408" y="164592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07408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2208276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4457700" y="2350007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Lecture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16752" y="2468880"/>
            <a:ext cx="15544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99632" y="155448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91072" y="164592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9107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41364" y="2373147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Conduct Session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900416" y="2468880"/>
            <a:ext cx="15544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83296" y="155448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74736" y="164592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74736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174736" y="2373147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Classroom QR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9784080" y="2468880"/>
            <a:ext cx="15544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966960" y="155448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58400" y="1645920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58400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0149840" y="2313339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 SmartAttend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548640" y="388620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" y="3977640"/>
            <a:ext cx="310896" cy="3108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4829524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QR</a:t>
            </a: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2249424" y="4800600"/>
            <a:ext cx="15544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432304" y="388620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23744" y="3977640"/>
            <a:ext cx="310896" cy="3108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523744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2587752" y="4828032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4133088" y="4800600"/>
            <a:ext cx="15544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315968" y="388620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07408" y="3977640"/>
            <a:ext cx="310896" cy="3108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407408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4425696" y="4770929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Recorded</a:t>
            </a: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6016752" y="4800600"/>
            <a:ext cx="15544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6199632" y="388620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91072" y="3977640"/>
            <a:ext cx="310896" cy="3108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291072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6336792" y="4752267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Monitors</a:t>
            </a:r>
            <a:endParaRPr lang="en-US" dirty="0"/>
          </a:p>
        </p:txBody>
      </p:sp>
      <p:sp>
        <p:nvSpPr>
          <p:cNvPr id="82" name="Shape 80"/>
          <p:cNvSpPr/>
          <p:nvPr/>
        </p:nvSpPr>
        <p:spPr>
          <a:xfrm>
            <a:off x="7900416" y="4800600"/>
            <a:ext cx="15544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8083296" y="3886200"/>
            <a:ext cx="1673352" cy="201168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74736" y="3977640"/>
            <a:ext cx="310896" cy="3108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174736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8193024" y="4767383"/>
            <a:ext cx="1453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Session / Report</a:t>
            </a:r>
            <a:endParaRPr lang="en-US" dirty="0"/>
          </a:p>
        </p:txBody>
      </p:sp>
      <p:sp>
        <p:nvSpPr>
          <p:cNvPr id="90" name="Text 88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SmartAttend — Live Working Prototype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599751" y="160020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5" name="Image 0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911" y="1883664"/>
            <a:ext cx="2286000" cy="2286000"/>
          </a:xfrm>
          <a:prstGeom prst="rect">
            <a:avLst/>
          </a:prstGeom>
        </p:spPr>
      </p:pic>
      <p:sp>
        <p:nvSpPr>
          <p:cNvPr id="6" name="Text 3">
            <a:hlinkClick r:id="rId4"/>
          </p:cNvPr>
          <p:cNvSpPr txBox="1"/>
          <p:nvPr/>
        </p:nvSpPr>
        <p:spPr>
          <a:xfrm>
            <a:off x="3828351" y="42702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https://nsit-attendance.netlify.app/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992880" y="46360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or open the link to experience the prototype live.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What to Show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00784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57276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SmartAttend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87168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35915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Faculty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73552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14553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timetable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59936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93192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lecture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18304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71830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lecture / session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1572768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1700784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68312" y="157276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attendance QR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2359152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2487168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68312" y="235915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SmartAttend on a student mobile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3145536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3273552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3796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068312" y="314553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55080" y="3931920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059936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3796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068312" y="393192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attendance update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4718304"/>
            <a:ext cx="5285232" cy="621792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4846320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3796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068312" y="4718304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faculty attendance view / report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5687568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0E2A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4944" y="5687568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only functionality currently available in the live prototype.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PROTOTYPE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User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329184" cy="3291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2199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Action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3288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pick the lecture, confirm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560320"/>
            <a:ext cx="192024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02152" y="160020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801368"/>
            <a:ext cx="329184" cy="3291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22199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SmartAttend Session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53288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confirmed lecture becomes the active session.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45352" y="2560320"/>
            <a:ext cx="192024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55664" y="160020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1801368"/>
            <a:ext cx="329184" cy="3291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56832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56832" y="222199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Interaction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253288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produces the classroom attendance QR.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98864" y="2560320"/>
            <a:ext cx="192024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09176" y="160020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10344" y="1801368"/>
            <a:ext cx="329184" cy="3291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10344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10344" y="222199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610344" y="253288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scans that QR inside the app.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3995928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441655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472744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checked against the active session and device rule.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4754880"/>
            <a:ext cx="192024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502152" y="379476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03320" y="3995928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033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703320" y="441655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Record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703320" y="472744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request is written to the attendance record.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45352" y="4754880"/>
            <a:ext cx="192024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455664" y="379476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56832" y="3995928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56832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656832" y="441655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View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656832" y="4727448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surfaces in the faculty dashboard and report.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application flow only — no backend implementation is claimed here.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19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https://nsit-attendance.netlify.app/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08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SmartAttend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Digital Workflow for Classroom Attendance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37360" y="3291840"/>
            <a:ext cx="1508760" cy="731520"/>
          </a:xfrm>
          <a:prstGeom prst="roundRect">
            <a:avLst>
              <a:gd name="adj" fmla="val 11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83080" y="3291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3657600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38728" y="3291840"/>
            <a:ext cx="1508760" cy="731520"/>
          </a:xfrm>
          <a:prstGeom prst="roundRect">
            <a:avLst>
              <a:gd name="adj" fmla="val 11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3291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93208" y="3657600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40096" y="3291840"/>
            <a:ext cx="1508760" cy="731520"/>
          </a:xfrm>
          <a:prstGeom prst="roundRect">
            <a:avLst>
              <a:gd name="adj" fmla="val 11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85816" y="3291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94576" y="3657600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41464" y="3291840"/>
            <a:ext cx="1508760" cy="731520"/>
          </a:xfrm>
          <a:prstGeom prst="roundRect">
            <a:avLst>
              <a:gd name="adj" fmla="val 11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87184" y="3291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95944" y="3657600"/>
            <a:ext cx="201168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42832" y="3291840"/>
            <a:ext cx="1508760" cy="731520"/>
          </a:xfrm>
          <a:prstGeom prst="roundRect">
            <a:avLst>
              <a:gd name="adj" fmla="val 1125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88552" y="3291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805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100" dirty="0"/>
          </a:p>
        </p:txBody>
      </p:sp>
      <p:sp>
        <p:nvSpPr>
          <p:cNvPr id="19" name="Text 17">
            <a:hlinkClick r:id="rId3"/>
          </p:cNvPr>
          <p:cNvSpPr txBox="1"/>
          <p:nvPr/>
        </p:nvSpPr>
        <p:spPr>
          <a:xfrm>
            <a:off x="548640" y="477316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https://nsit-attendance.netlify.app/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1508</Words>
  <Application>Microsoft Office PowerPoint</Application>
  <PresentationFormat>Widescreen</PresentationFormat>
  <Paragraphs>338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SmartAttend — Live Working Prototype</dc:title>
  <dc:subject>PptxGenJS Presentation</dc:subject>
  <dc:creator>SmartAttend</dc:creator>
  <cp:lastModifiedBy>MANN THAKKAR</cp:lastModifiedBy>
  <cp:revision>3</cp:revision>
  <dcterms:created xsi:type="dcterms:W3CDTF">2026-09-18T11:09:20Z</dcterms:created>
  <dcterms:modified xsi:type="dcterms:W3CDTF">2026-09-18T11:49:08Z</dcterms:modified>
</cp:coreProperties>
</file>